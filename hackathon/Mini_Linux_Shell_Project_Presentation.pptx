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A203791-EAAD-B2AA-CF78-3325E7F4704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Design and Implementation" id="{BF7FFFFE-2319-6562-4059-3142C29B8254}">
          <p14:sldIdLst>
            <p14:sldId id="263"/>
            <p14:sldId id="264"/>
            <p14:sldId id="265"/>
          </p14:sldIdLst>
        </p14:section>
        <p14:section name="Testing and Conclusion" id="{13769A59-22AB-FC1C-554F-D50D199376A2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23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small Linux shell written in C that can run commands in the background and manage them as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shell reads a command, creates a process and reports the result. This one adds background execution and job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Typing a long command should not freeze the terminal. Job control solves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goals: parsing, process execution, background jobs, job table, job commands and signal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 basic one-command-at-a-time shell with the proposed job-control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shell talks directly to the kernel through POSIX system calls, so C is the natural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loop reads and parses input. Built-ins run in the shell; other commands run in child processes. The job table and signal handlers keep track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command from typing to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concept maps to one system call or signal used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 files grouped into three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planned test cases. Run each one and record the observed output and screenshots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shell is a teaching tool; the future list shows how it could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built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1168"/>
            <a:ext cx="8686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Mini Linux Shell with Background Job Management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480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OPERATING SYSTEMS PROJECT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Mini Linux Shell with Background Job Management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GUIDE: Raghupathi 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Department: CSIT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BATCH: 7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M. LAASYA SRI-2520090196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M.RAJINI-2520090197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K.RAMYS-2520090213</a:t>
            </a:r>
            <a:endParaRPr lang="en-US" sz="1300" dirty="0"/>
          </a:p>
          <a:p>
            <a:pPr marL="0" indent="0">
              <a:buNone/>
            </a:pPr>
            <a:r>
              <a:rPr lang="en-US" sz="1300" dirty="0"/>
              <a:t>M. LAASYA SRI-2520090196</a:t>
            </a:r>
          </a:p>
        </p:txBody>
      </p:sp>
      <p:sp>
        <p:nvSpPr>
          <p:cNvPr id="5" name="terminal"/>
          <p:cNvSpPr/>
          <p:nvPr/>
        </p:nvSpPr>
        <p:spPr>
          <a:xfrm>
            <a:off x="5486400" y="8229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142F3B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00584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5870448" y="1005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6071616" y="100584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3258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./minishell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msh&gt; 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 &amp;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4121 started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msh&gt; 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[1]+ Running  sleep 30 &amp;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msh&gt; </a:t>
            </a: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 %1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msh&gt;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6459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pic>
        <p:nvPicPr>
          <p:cNvPr id="11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201168"/>
            <a:ext cx="1042416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Abstract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icon-badge"/>
          <p:cNvSpPr/>
          <p:nvPr/>
        </p:nvSpPr>
        <p:spPr>
          <a:xfrm>
            <a:off x="62179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4" y="1354044"/>
            <a:ext cx="199705" cy="199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17556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Runs commands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048256"/>
            <a:ext cx="2276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Reads a command line and runs it as a new process.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09728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icon-badge"/>
          <p:cNvSpPr/>
          <p:nvPr/>
        </p:nvSpPr>
        <p:spPr>
          <a:xfrm>
            <a:off x="341071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84" y="1354044"/>
            <a:ext cx="199705" cy="199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10712" y="17556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Background jobs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10712" y="2048256"/>
            <a:ext cx="2276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 trailing &amp; runs the command in the background.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09728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icon-badge"/>
          <p:cNvSpPr/>
          <p:nvPr/>
        </p:nvSpPr>
        <p:spPr>
          <a:xfrm>
            <a:off x="619963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804" y="135404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99632" y="175564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Job table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199632" y="2048256"/>
            <a:ext cx="2276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Tracks job number, PID, state and command.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288036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icon-badge"/>
          <p:cNvSpPr/>
          <p:nvPr/>
        </p:nvSpPr>
        <p:spPr>
          <a:xfrm>
            <a:off x="621792" y="30449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20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964" y="3137124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35387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Job control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831336"/>
            <a:ext cx="2276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jobs, fg, bg and kill manage running jobs.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46120" y="288036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icon-badge"/>
          <p:cNvSpPr/>
          <p:nvPr/>
        </p:nvSpPr>
        <p:spPr>
          <a:xfrm>
            <a:off x="3410712" y="30449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25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884" y="3137124"/>
            <a:ext cx="199705" cy="199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10712" y="35387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Signal handling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10712" y="3831336"/>
            <a:ext cx="2276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SIGCHLD, SIGINT and SIGTSTP keep the shell in control.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035040" y="288036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icon-badge"/>
          <p:cNvSpPr/>
          <p:nvPr/>
        </p:nvSpPr>
        <p:spPr>
          <a:xfrm>
            <a:off x="6199632" y="30449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30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804" y="3137124"/>
            <a:ext cx="199705" cy="199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199632" y="35387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OS concepts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199632" y="3831336"/>
            <a:ext cx="2276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Shows fork, exec, wait, process groups and signals.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problem-icon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97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basic shell runs one command at a time.</a:t>
            </a:r>
            <a:endParaRPr lang="en-US" sz="1400" dirty="0"/>
          </a:p>
        </p:txBody>
      </p:sp>
      <p:sp>
        <p:nvSpPr>
          <p:cNvPr id="6" name="problem-icon"/>
          <p:cNvSpPr/>
          <p:nvPr/>
        </p:nvSpPr>
        <p:spPr>
          <a:xfrm>
            <a:off x="457200" y="203911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48840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47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Long tasks block the prompt until they finish.</a:t>
            </a:r>
            <a:endParaRPr lang="en-US" sz="1400" dirty="0"/>
          </a:p>
        </p:txBody>
      </p:sp>
      <p:sp>
        <p:nvSpPr>
          <p:cNvPr id="9" name="problem-icon"/>
          <p:cNvSpPr/>
          <p:nvPr/>
        </p:nvSpPr>
        <p:spPr>
          <a:xfrm>
            <a:off x="457200" y="288950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99923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7980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Running tasks are not tracked or listed.</a:t>
            </a:r>
            <a:endParaRPr lang="en-US" sz="1400" dirty="0"/>
          </a:p>
        </p:txBody>
      </p:sp>
      <p:sp>
        <p:nvSpPr>
          <p:cNvPr id="12" name="problem-icon"/>
          <p:cNvSpPr/>
          <p:nvPr/>
        </p:nvSpPr>
        <p:spPr>
          <a:xfrm>
            <a:off x="457200" y="373989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4962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36484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Finished children can remain as zombie processes.</a:t>
            </a:r>
            <a:endParaRPr lang="en-US" sz="1400" dirty="0"/>
          </a:p>
        </p:txBody>
      </p:sp>
      <p:sp>
        <p:nvSpPr>
          <p:cNvPr id="15" name="solution"/>
          <p:cNvSpPr/>
          <p:nvPr/>
        </p:nvSpPr>
        <p:spPr>
          <a:xfrm>
            <a:off x="5029200" y="1097280"/>
            <a:ext cx="365760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icon-badge"/>
          <p:cNvSpPr/>
          <p:nvPr/>
        </p:nvSpPr>
        <p:spPr>
          <a:xfrm>
            <a:off x="525780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pic>
        <p:nvPicPr>
          <p:cNvPr id="17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143560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578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525780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Develop a Linux shell in C that runs commands in the foreground or background, tracks every job in a job table, and lets the user list, suspend, resume and kill jobs.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obj-card"/>
          <p:cNvSpPr/>
          <p:nvPr/>
        </p:nvSpPr>
        <p:spPr>
          <a:xfrm>
            <a:off x="457200" y="1097280"/>
            <a:ext cx="2286000" cy="333756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What the shell sets out to do, and how it manages jobs.</a:t>
            </a:r>
            <a:endParaRPr lang="en-US" sz="1200" dirty="0"/>
          </a:p>
        </p:txBody>
      </p:sp>
      <p:sp>
        <p:nvSpPr>
          <p:cNvPr id="7" name="num"/>
          <p:cNvSpPr/>
          <p:nvPr/>
        </p:nvSpPr>
        <p:spPr>
          <a:xfrm>
            <a:off x="3063240" y="12161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63240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parse commands at a shell prompt</a:t>
            </a:r>
            <a:endParaRPr lang="en-US" sz="1400" dirty="0"/>
          </a:p>
        </p:txBody>
      </p:sp>
      <p:sp>
        <p:nvSpPr>
          <p:cNvPr id="10" name="num"/>
          <p:cNvSpPr/>
          <p:nvPr/>
        </p:nvSpPr>
        <p:spPr>
          <a:xfrm>
            <a:off x="3063240" y="17647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63240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programs using fork, exec and waitpid</a:t>
            </a:r>
            <a:endParaRPr lang="en-US" sz="1400" dirty="0"/>
          </a:p>
        </p:txBody>
      </p:sp>
      <p:sp>
        <p:nvSpPr>
          <p:cNvPr id="13" name="num"/>
          <p:cNvSpPr/>
          <p:nvPr/>
        </p:nvSpPr>
        <p:spPr>
          <a:xfrm>
            <a:off x="3063240" y="23134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6324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background execution with &amp;</a:t>
            </a:r>
            <a:endParaRPr lang="en-US" sz="1400" dirty="0"/>
          </a:p>
        </p:txBody>
      </p:sp>
      <p:sp>
        <p:nvSpPr>
          <p:cNvPr id="16" name="num"/>
          <p:cNvSpPr/>
          <p:nvPr/>
        </p:nvSpPr>
        <p:spPr>
          <a:xfrm>
            <a:off x="3063240" y="286207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6324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Keep a job table with job ID, PID and state</a:t>
            </a:r>
            <a:endParaRPr lang="en-US" sz="1400" dirty="0"/>
          </a:p>
        </p:txBody>
      </p:sp>
      <p:sp>
        <p:nvSpPr>
          <p:cNvPr id="19" name="num"/>
          <p:cNvSpPr/>
          <p:nvPr/>
        </p:nvSpPr>
        <p:spPr>
          <a:xfrm>
            <a:off x="3063240" y="34107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63240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Provide jobs, fg, bg and kill commands</a:t>
            </a:r>
            <a:endParaRPr lang="en-US" sz="1400" dirty="0"/>
          </a:p>
        </p:txBody>
      </p:sp>
      <p:sp>
        <p:nvSpPr>
          <p:cNvPr id="22" name="num"/>
          <p:cNvSpPr/>
          <p:nvPr/>
        </p:nvSpPr>
        <p:spPr>
          <a:xfrm>
            <a:off x="3063240" y="395935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6324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Handle signals and reap finished jobs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Existing System vs Proposed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566160" cy="384048"/>
          </a:xfrm>
          <a:prstGeom prst="roundRect">
            <a:avLst>
              <a:gd name="adj" fmla="val 11905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Basic shell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051560"/>
            <a:ext cx="356616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20640" y="1051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Proposed shell</a:t>
            </a:r>
            <a:endParaRPr lang="en-US" sz="1300" dirty="0"/>
          </a:p>
        </p:txBody>
      </p:sp>
      <p:sp>
        <p:nvSpPr>
          <p:cNvPr id="7" name="old"/>
          <p:cNvSpPr/>
          <p:nvPr/>
        </p:nvSpPr>
        <p:spPr>
          <a:xfrm>
            <a:off x="457200" y="1572768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72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One command at a time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new"/>
          <p:cNvSpPr/>
          <p:nvPr/>
        </p:nvSpPr>
        <p:spPr>
          <a:xfrm>
            <a:off x="5120640" y="1572768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572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Background execution with &amp;</a:t>
            </a:r>
            <a:endParaRPr lang="en-US" sz="1300" dirty="0"/>
          </a:p>
        </p:txBody>
      </p:sp>
      <p:sp>
        <p:nvSpPr>
          <p:cNvPr id="12" name="old"/>
          <p:cNvSpPr/>
          <p:nvPr/>
        </p:nvSpPr>
        <p:spPr>
          <a:xfrm>
            <a:off x="457200" y="2139696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39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Prompt blocked until done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396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new"/>
          <p:cNvSpPr/>
          <p:nvPr/>
        </p:nvSpPr>
        <p:spPr>
          <a:xfrm>
            <a:off x="5120640" y="2139696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2139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Prompt returns immediately</a:t>
            </a:r>
            <a:endParaRPr lang="en-US" sz="1300" dirty="0"/>
          </a:p>
        </p:txBody>
      </p:sp>
      <p:sp>
        <p:nvSpPr>
          <p:cNvPr id="17" name="old"/>
          <p:cNvSpPr/>
          <p:nvPr/>
        </p:nvSpPr>
        <p:spPr>
          <a:xfrm>
            <a:off x="457200" y="270662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7066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 record of running tasks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7066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new"/>
          <p:cNvSpPr/>
          <p:nvPr/>
        </p:nvSpPr>
        <p:spPr>
          <a:xfrm>
            <a:off x="5120640" y="270662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27066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Job table with ID, PID, state</a:t>
            </a:r>
            <a:endParaRPr lang="en-US" sz="1300" dirty="0"/>
          </a:p>
        </p:txBody>
      </p:sp>
      <p:sp>
        <p:nvSpPr>
          <p:cNvPr id="22" name="old"/>
          <p:cNvSpPr/>
          <p:nvPr/>
        </p:nvSpPr>
        <p:spPr>
          <a:xfrm>
            <a:off x="457200" y="3273552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Cannot pause or resume work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new"/>
          <p:cNvSpPr/>
          <p:nvPr/>
        </p:nvSpPr>
        <p:spPr>
          <a:xfrm>
            <a:off x="5120640" y="3273552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Ctrl+Z, fg and bg</a:t>
            </a:r>
            <a:endParaRPr lang="en-US" sz="1300" dirty="0"/>
          </a:p>
        </p:txBody>
      </p:sp>
      <p:sp>
        <p:nvSpPr>
          <p:cNvPr id="27" name="old"/>
          <p:cNvSpPr/>
          <p:nvPr/>
        </p:nvSpPr>
        <p:spPr>
          <a:xfrm>
            <a:off x="457200" y="384048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Finished children may linger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30" name="new"/>
          <p:cNvSpPr/>
          <p:nvPr/>
        </p:nvSpPr>
        <p:spPr>
          <a:xfrm>
            <a:off x="5120640" y="384048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578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SIGCHLD reaping, no zombies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icon-badge"/>
          <p:cNvSpPr/>
          <p:nvPr/>
        </p:nvSpPr>
        <p:spPr>
          <a:xfrm>
            <a:off x="621792" y="14447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4" y="1536924"/>
            <a:ext cx="199705" cy="199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193852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 Language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231136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Implements the shell and all system-call logic.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2542032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icon-badge"/>
          <p:cNvSpPr/>
          <p:nvPr/>
        </p:nvSpPr>
        <p:spPr>
          <a:xfrm>
            <a:off x="2706624" y="14447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796" y="1536924"/>
            <a:ext cx="199705" cy="199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06624" y="193852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Ubuntu / WSL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06624" y="2231136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Linux environment for building and testing.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626864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icon-badge"/>
          <p:cNvSpPr/>
          <p:nvPr/>
        </p:nvSpPr>
        <p:spPr>
          <a:xfrm>
            <a:off x="4791456" y="14447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628" y="153692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91456" y="193852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GCC and Make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791456" y="2231136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Compile the modules and automate the build.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711696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icon-badge"/>
          <p:cNvSpPr/>
          <p:nvPr/>
        </p:nvSpPr>
        <p:spPr>
          <a:xfrm>
            <a:off x="6876288" y="144475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20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460" y="1536924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6288" y="193852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VS Code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76288" y="2231136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Used to write, organise and run the files.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Also used:  GDB and strace for debugging  |  Git and GitHub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icon-badge"/>
          <p:cNvSpPr/>
          <p:nvPr/>
        </p:nvSpPr>
        <p:spPr>
          <a:xfrm>
            <a:off x="1170432" y="1207008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14" y="1294790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Types commands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256032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icon-badge"/>
          <p:cNvSpPr/>
          <p:nvPr/>
        </p:nvSpPr>
        <p:spPr>
          <a:xfrm>
            <a:off x="3273552" y="1207008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11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334" y="1294790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Parser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Builds argv, detects &amp;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466344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icon-badge"/>
          <p:cNvSpPr/>
          <p:nvPr/>
        </p:nvSpPr>
        <p:spPr>
          <a:xfrm>
            <a:off x="5376672" y="1207008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17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454" y="129479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Shell Main Loop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Prompt, dispatch, built-ins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card"/>
          <p:cNvSpPr/>
          <p:nvPr/>
        </p:nvSpPr>
        <p:spPr>
          <a:xfrm>
            <a:off x="6766560" y="10972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icon-badge"/>
          <p:cNvSpPr/>
          <p:nvPr/>
        </p:nvSpPr>
        <p:spPr>
          <a:xfrm>
            <a:off x="7479792" y="1207008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3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7574" y="1294790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Child Processes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fork, setpgid, exec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1737360" y="30632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icon-badge"/>
          <p:cNvSpPr/>
          <p:nvPr/>
        </p:nvSpPr>
        <p:spPr>
          <a:xfrm>
            <a:off x="1874520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8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2302" y="3288182"/>
            <a:ext cx="190195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3774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Job Table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2377440" y="3502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ID, PGID, state, command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4754880" y="306324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2" name="icon-badge"/>
          <p:cNvSpPr/>
          <p:nvPr/>
        </p:nvSpPr>
        <p:spPr>
          <a:xfrm>
            <a:off x="4892040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33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9822" y="3288182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3949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Signal Handlers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5394960" y="3502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SIGCHLD, SIGINT, SIGTSTP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The shell parses each line, runs built-ins itself and forks child processes for the rest.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Working Methodology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num"/>
          <p:cNvSpPr/>
          <p:nvPr/>
        </p:nvSpPr>
        <p:spPr>
          <a:xfrm>
            <a:off x="594360" y="12344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Start shell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Install signal handlers and show the prompt.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42032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num"/>
          <p:cNvSpPr/>
          <p:nvPr/>
        </p:nvSpPr>
        <p:spPr>
          <a:xfrm>
            <a:off x="2679192" y="12344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79192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 and parse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Split the line into argv and detect &amp;.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26864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num"/>
          <p:cNvSpPr/>
          <p:nvPr/>
        </p:nvSpPr>
        <p:spPr>
          <a:xfrm>
            <a:off x="4764024" y="12344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64024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Built-in?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cd, jobs, fg, bg, kill run in the shell.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11696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num"/>
          <p:cNvSpPr/>
          <p:nvPr/>
        </p:nvSpPr>
        <p:spPr>
          <a:xfrm>
            <a:off x="6848856" y="12344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48856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fork()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Create a child; setpgid() gives it its own group.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num"/>
          <p:cNvSpPr/>
          <p:nvPr/>
        </p:nvSpPr>
        <p:spPr>
          <a:xfrm>
            <a:off x="594360" y="29718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exec()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675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child runs the requested program.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2542032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num"/>
          <p:cNvSpPr/>
          <p:nvPr/>
        </p:nvSpPr>
        <p:spPr>
          <a:xfrm>
            <a:off x="2679192" y="29718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679192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79192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job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79192" y="3675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FG: wait. BG: add to table, return.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626864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4" name="num"/>
          <p:cNvSpPr/>
          <p:nvPr/>
        </p:nvSpPr>
        <p:spPr>
          <a:xfrm>
            <a:off x="4764024" y="29718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64024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764024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Reap jobs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64024" y="3675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SIGCHLD and waitpid mark jobs Done.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6711696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9" name="icon-badge"/>
          <p:cNvSpPr/>
          <p:nvPr/>
        </p:nvSpPr>
        <p:spPr>
          <a:xfrm>
            <a:off x="6848856" y="297180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40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638" y="3059582"/>
            <a:ext cx="190195" cy="190195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6848856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Steps 2 to 7 repeat until the user types exit.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Operating System Concepts Used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code-chip"/>
          <p:cNvSpPr/>
          <p:nvPr/>
        </p:nvSpPr>
        <p:spPr>
          <a:xfrm>
            <a:off x="621792" y="1261872"/>
            <a:ext cx="2276856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 creation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Creates a child process.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09728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code-chip"/>
          <p:cNvSpPr/>
          <p:nvPr/>
        </p:nvSpPr>
        <p:spPr>
          <a:xfrm>
            <a:off x="3410712" y="1261872"/>
            <a:ext cx="2276856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261872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Program execution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Runs the chosen program.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09728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code-chip"/>
          <p:cNvSpPr/>
          <p:nvPr/>
        </p:nvSpPr>
        <p:spPr>
          <a:xfrm>
            <a:off x="6199632" y="1261872"/>
            <a:ext cx="2276856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99632" y="1261872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Synchronization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Waits for or reaps a child.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88036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code-chip"/>
          <p:cNvSpPr/>
          <p:nvPr/>
        </p:nvSpPr>
        <p:spPr>
          <a:xfrm>
            <a:off x="621792" y="3044952"/>
            <a:ext cx="2276856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3044952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setpgid()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Process groups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Gives each job its own group.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46120" y="288036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code-chip"/>
          <p:cNvSpPr/>
          <p:nvPr/>
        </p:nvSpPr>
        <p:spPr>
          <a:xfrm>
            <a:off x="3410712" y="3044952"/>
            <a:ext cx="2276856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10712" y="3044952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SIGCHLD / SIGTSTP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Signals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Notify, stop and resume jobs.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35040" y="2880360"/>
            <a:ext cx="2606040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code-chip"/>
          <p:cNvSpPr/>
          <p:nvPr/>
        </p:nvSpPr>
        <p:spPr>
          <a:xfrm>
            <a:off x="6199632" y="3044952"/>
            <a:ext cx="2276856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99632" y="3044952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tcsetpgrp()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Terminal control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Selects the foreground job.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Implementation and Modules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icon-badge"/>
          <p:cNvSpPr/>
          <p:nvPr/>
        </p:nvSpPr>
        <p:spPr>
          <a:xfrm>
            <a:off x="62179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4" y="1354044"/>
            <a:ext cx="199705" cy="199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61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MODULE 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Shell Core</a:t>
            </a:r>
            <a:endParaRPr lang="en-US" sz="1400" dirty="0"/>
          </a:p>
        </p:txBody>
      </p:sp>
      <p:sp>
        <p:nvSpPr>
          <p:cNvPr id="8" name="code-chip"/>
          <p:cNvSpPr/>
          <p:nvPr/>
        </p:nvSpPr>
        <p:spPr>
          <a:xfrm>
            <a:off x="621792" y="1965960"/>
            <a:ext cx="2276856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" y="196596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shell.c  parser.c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and input loop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Tokenise commands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 &amp; and redirection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 shutdown on exit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24612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icon-badge"/>
          <p:cNvSpPr/>
          <p:nvPr/>
        </p:nvSpPr>
        <p:spPr>
          <a:xfrm>
            <a:off x="341071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13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84" y="1354044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31920" y="1261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MODULE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Job Control</a:t>
            </a:r>
            <a:endParaRPr lang="en-US" sz="1400" dirty="0"/>
          </a:p>
        </p:txBody>
      </p:sp>
      <p:sp>
        <p:nvSpPr>
          <p:cNvPr id="16" name="code-chip"/>
          <p:cNvSpPr/>
          <p:nvPr/>
        </p:nvSpPr>
        <p:spPr>
          <a:xfrm>
            <a:off x="3410712" y="1965960"/>
            <a:ext cx="2276856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410712" y="196596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jobs.c  builtins.c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410712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 table add / update / remove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jobs lists job states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fg and bg change state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kill ends a job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03504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icon-badge"/>
          <p:cNvSpPr/>
          <p:nvPr/>
        </p:nvSpPr>
        <p:spPr>
          <a:xfrm>
            <a:off x="619963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21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804" y="1354044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720840" y="1261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MODULE 3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7208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Execution and Signals</a:t>
            </a:r>
            <a:endParaRPr lang="en-US" sz="1400" dirty="0"/>
          </a:p>
        </p:txBody>
      </p:sp>
      <p:sp>
        <p:nvSpPr>
          <p:cNvPr id="24" name="code-chip"/>
          <p:cNvSpPr/>
          <p:nvPr/>
        </p:nvSpPr>
        <p:spPr>
          <a:xfrm>
            <a:off x="6199632" y="1965960"/>
            <a:ext cx="2276856" cy="310896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199632" y="196596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executor.c  signals.c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199632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fork, setpgid and execvp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Foreground wait and terminal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SIGCHLD reaping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SIGINT and SIGTSTP handling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Testing and Results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63347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Run a foreground command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Output appears; prompt returns after it ends.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Run sleep 30 &amp;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Job number and PID printed; prompt returns at once.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Run jobs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Background job listed as Running.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Press Ctrl+Z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Foreground job stops and shows as Stopped.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Run bg %n, then fg %n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Job resumes in background, then returns to foreground.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Run kill %n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Job is terminated and removed from the table.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Let a background job finish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D26"/>
                          </a:solidFill>
                        </a:rPr>
                        <a:t>Job reaped and marked Done; no zombie.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icon-badge"/>
          <p:cNvSpPr/>
          <p:nvPr/>
        </p:nvSpPr>
        <p:spPr>
          <a:xfrm>
            <a:off x="594360" y="411480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" y="4202582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4023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Verify with ps (no zombie Z processes) and strace (system calls). Record the observed output after running the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Advantages, Limitations and Future Scope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icon-badge"/>
          <p:cNvSpPr/>
          <p:nvPr/>
        </p:nvSpPr>
        <p:spPr>
          <a:xfrm>
            <a:off x="62179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4" y="1354044"/>
            <a:ext cx="199705" cy="199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8745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stays free for new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Jobs can be paused, resumed or killed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zombie processes left behind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Shows how real shells work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icon-badge"/>
          <p:cNvSpPr/>
          <p:nvPr/>
        </p:nvSpPr>
        <p:spPr>
          <a:xfrm>
            <a:off x="341071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84" y="1354044"/>
            <a:ext cx="199705" cy="199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04488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10712" y="18745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full pipelines yet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scripting or variables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redirection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Learning project, not bash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icon-badge"/>
          <p:cNvSpPr/>
          <p:nvPr/>
        </p:nvSpPr>
        <p:spPr>
          <a:xfrm>
            <a:off x="6199632" y="1261872"/>
            <a:ext cx="384048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/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804" y="135404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93408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199632" y="18745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Pipelines with |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Command history and readline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Wildcards and quoting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Notifications when jobs finish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check-badge"/>
          <p:cNvSpPr/>
          <p:nvPr/>
        </p:nvSpPr>
        <p:spPr>
          <a:xfrm>
            <a:off x="548640" y="140817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99616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371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Builds a working Linux shell from system calls.</a:t>
            </a:r>
            <a:endParaRPr lang="en-US" sz="1500" dirty="0"/>
          </a:p>
        </p:txBody>
      </p:sp>
      <p:sp>
        <p:nvSpPr>
          <p:cNvPr id="6" name="check-badge"/>
          <p:cNvSpPr/>
          <p:nvPr/>
        </p:nvSpPr>
        <p:spPr>
          <a:xfrm>
            <a:off x="548640" y="19751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66544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385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Runs jobs in the background and tracks them in a job table.</a:t>
            </a:r>
            <a:endParaRPr lang="en-US" sz="1500" dirty="0"/>
          </a:p>
        </p:txBody>
      </p:sp>
      <p:sp>
        <p:nvSpPr>
          <p:cNvPr id="9" name="check-badge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3347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5054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Uses signals and process groups for safe job control.</a:t>
            </a:r>
            <a:endParaRPr lang="en-US" sz="1500" dirty="0"/>
          </a:p>
        </p:txBody>
      </p:sp>
      <p:sp>
        <p:nvSpPr>
          <p:cNvPr id="12" name="check-badge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30723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Reaps finished jobs so no zombies remain.</a:t>
            </a:r>
            <a:endParaRPr lang="en-US" sz="1500" dirty="0"/>
          </a:p>
        </p:txBody>
      </p:sp>
      <p:sp>
        <p:nvSpPr>
          <p:cNvPr id="15" name="check-badge"/>
          <p:cNvSpPr/>
          <p:nvPr/>
        </p:nvSpPr>
        <p:spPr>
          <a:xfrm>
            <a:off x="548640" y="36758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6732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6393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Applies key Operating Systems concepts to a practical tool.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675120" y="329184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675120" y="32918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Shell">
  <a:themeElements>
    <a:clrScheme name="MiniShell">
      <a:dk1>
        <a:srgbClr val="0B1D26"/>
      </a:dk1>
      <a:lt1>
        <a:srgbClr val="FFFFFF"/>
      </a:lt1>
      <a:dk2>
        <a:srgbClr val="0B1D26"/>
      </a:dk2>
      <a:lt2>
        <a:srgbClr val="EAF3F1"/>
      </a:lt2>
      <a:accent1>
        <a:srgbClr val="0FA37F"/>
      </a:accent1>
      <a:accent2>
        <a:srgbClr val="F59E0B"/>
      </a:accent2>
      <a:accent3>
        <a:srgbClr val="E5484D"/>
      </a:accent3>
      <a:accent4>
        <a:srgbClr val="C9D9D5"/>
      </a:accent4>
      <a:accent5>
        <a:srgbClr val="5B7580"/>
      </a:accent5>
      <a:accent6>
        <a:srgbClr val="1F6F8B"/>
      </a:accent6>
      <a:hlink>
        <a:srgbClr val="0FA37F"/>
      </a:hlink>
      <a:folHlink>
        <a:srgbClr val="5B7580"/>
      </a:folHlink>
    </a:clrScheme>
    <a:fontScheme name="MiniShel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1210</Words>
  <Application>Microsoft Office PowerPoint</Application>
  <PresentationFormat>On-screen Show (16:9)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MiniShell</vt:lpstr>
      <vt:lpstr>Mini Linux Shell with Background Job Management</vt:lpstr>
      <vt:lpstr>Abstract</vt:lpstr>
      <vt:lpstr>Problem Statement</vt:lpstr>
      <vt:lpstr>Objectives</vt:lpstr>
      <vt:lpstr>Existing System vs Proposed System</vt:lpstr>
      <vt:lpstr>Technologies Used</vt:lpstr>
      <vt:lpstr>System Architecture</vt:lpstr>
      <vt:lpstr>Working Methodology</vt:lpstr>
      <vt:lpstr>Operating System Concepts Used</vt:lpstr>
      <vt:lpstr>Implementation and Modules</vt:lpstr>
      <vt:lpstr>Testing and Results</vt:lpstr>
      <vt:lpstr>Advantages, Limitations and 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Linux Shell with Background Job Management</dc:title>
  <dc:subject>PptxGenJS Presentation</dc:subject>
  <dc:creator>Anumola Jhansi Priya, Keerthi Priya Ande</dc:creator>
  <cp:lastModifiedBy>laasya sri</cp:lastModifiedBy>
  <cp:revision>2</cp:revision>
  <dcterms:created xsi:type="dcterms:W3CDTF">2026-10-17T05:18:08Z</dcterms:created>
  <dcterms:modified xsi:type="dcterms:W3CDTF">2026-10-17T05:28:41Z</dcterms:modified>
</cp:coreProperties>
</file>